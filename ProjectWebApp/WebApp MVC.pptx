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sldIdLst>
    <p:sldId id="256" r:id="rId3"/>
    <p:sldId id="257" r:id="rId4"/>
    <p:sldId id="259" r:id="rId5"/>
    <p:sldId id="260" r:id="rId6"/>
    <p:sldId id="265" r:id="rId7"/>
    <p:sldId id="263" r:id="rId8"/>
    <p:sldId id="264" r:id="rId9"/>
    <p:sldId id="267" r:id="rId10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oogle Shape;10;p2"/>
          <p:cNvPicPr/>
          <p:nvPr/>
        </p:nvPicPr>
        <p:blipFill>
          <a:blip r:embed="rId2"/>
          <a:srcRect l="1028" t="3591" r="38467" b="2908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69960" y="1711080"/>
            <a:ext cx="6003720" cy="172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4;p11"/>
          <p:cNvSpPr/>
          <p:nvPr/>
        </p:nvSpPr>
        <p:spPr>
          <a:xfrm>
            <a:off x="3749400" y="-366336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Google Shape;45;p11"/>
          <p:cNvPicPr/>
          <p:nvPr/>
        </p:nvPicPr>
        <p:blipFill>
          <a:blip r:embed="rId2"/>
          <a:srcRect t="3591" r="38467" b="2908"/>
          <a:stretch/>
        </p:blipFill>
        <p:spPr>
          <a:xfrm>
            <a:off x="4497120" y="167040"/>
            <a:ext cx="44690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84120" y="1793520"/>
            <a:ext cx="657576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72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0;p13"/>
          <p:cNvSpPr/>
          <p:nvPr/>
        </p:nvSpPr>
        <p:spPr>
          <a:xfrm>
            <a:off x="-1615680" y="421812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" name="Google Shape;51;p13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17748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2017440"/>
            <a:ext cx="3748320" cy="110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4599720" y="38952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4599720" y="9615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4599720" y="15336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4599720" y="21056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4599720" y="264132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4599720" y="32133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title"/>
          </p:nvPr>
        </p:nvSpPr>
        <p:spPr>
          <a:xfrm>
            <a:off x="4599720" y="37854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title"/>
          </p:nvPr>
        </p:nvSpPr>
        <p:spPr>
          <a:xfrm>
            <a:off x="4599720" y="43574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0;p14"/>
          <p:cNvPicPr/>
          <p:nvPr/>
        </p:nvPicPr>
        <p:blipFill>
          <a:blip r:embed="rId2"/>
          <a:srcRect l="1028" t="3591" r="61317" b="2908"/>
          <a:stretch/>
        </p:blipFill>
        <p:spPr>
          <a:xfrm>
            <a:off x="177480" y="167040"/>
            <a:ext cx="27342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97600" y="1332000"/>
            <a:ext cx="3589920" cy="247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Google Shape;73;p14"/>
          <p:cNvSpPr/>
          <p:nvPr/>
        </p:nvSpPr>
        <p:spPr>
          <a:xfrm>
            <a:off x="6144840" y="-3550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27440" y="230040"/>
            <a:ext cx="3905640" cy="75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29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79;p16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705816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746240" y="228600"/>
            <a:ext cx="4168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7"/>
          <p:cNvPicPr/>
          <p:nvPr/>
        </p:nvPicPr>
        <p:blipFill>
          <a:blip r:embed="rId2"/>
          <a:srcRect l="1030" t="3591" r="77067" b="2908"/>
          <a:stretch/>
        </p:blipFill>
        <p:spPr>
          <a:xfrm>
            <a:off x="173880" y="167040"/>
            <a:ext cx="159012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475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99;p18"/>
          <p:cNvSpPr/>
          <p:nvPr/>
        </p:nvSpPr>
        <p:spPr>
          <a:xfrm>
            <a:off x="-3257640" y="36442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" name="Google Shape;100;p18"/>
          <p:cNvPicPr/>
          <p:nvPr/>
        </p:nvPicPr>
        <p:blipFill>
          <a:blip r:embed="rId2"/>
          <a:srcRect l="1030" t="3591" r="92862" b="2908"/>
          <a:stretch/>
        </p:blipFill>
        <p:spPr>
          <a:xfrm>
            <a:off x="173880" y="167040"/>
            <a:ext cx="442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5692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03;p19"/>
          <p:cNvSpPr/>
          <p:nvPr/>
        </p:nvSpPr>
        <p:spPr>
          <a:xfrm>
            <a:off x="4689000" y="388440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4" name="Google Shape;104;p19"/>
          <p:cNvPicPr/>
          <p:nvPr/>
        </p:nvPicPr>
        <p:blipFill>
          <a:blip r:embed="rId2"/>
          <a:srcRect l="16965" t="3591" r="30236" b="2908"/>
          <a:stretch/>
        </p:blipFill>
        <p:spPr>
          <a:xfrm>
            <a:off x="5135400" y="167040"/>
            <a:ext cx="383436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184720" y="454320"/>
            <a:ext cx="3713760" cy="17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107;p19"/>
          <p:cNvSpPr/>
          <p:nvPr/>
        </p:nvSpPr>
        <p:spPr>
          <a:xfrm>
            <a:off x="239040" y="38995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naheim"/>
                <a:ea typeface="Anaheim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09;p20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" name="Google Shape;110;p20"/>
          <p:cNvPicPr/>
          <p:nvPr/>
        </p:nvPicPr>
        <p:blipFill>
          <a:blip r:embed="rId2"/>
          <a:srcRect l="1028" t="3591" r="38467" b="2908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4;p3"/>
          <p:cNvSpPr/>
          <p:nvPr/>
        </p:nvSpPr>
        <p:spPr>
          <a:xfrm>
            <a:off x="2189880" y="408276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Google Shape;15;p3"/>
          <p:cNvPicPr/>
          <p:nvPr/>
        </p:nvPicPr>
        <p:blipFill>
          <a:blip r:embed="rId2"/>
          <a:srcRect l="10335" t="3591" r="38467" b="2908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7600" y="1628640"/>
            <a:ext cx="5183640" cy="188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340320" y="1919880"/>
            <a:ext cx="133596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70000"/>
              </a:lnSpc>
              <a:buNone/>
            </a:pPr>
            <a:r>
              <a:rPr lang="fr-FR" sz="80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2;p21"/>
          <p:cNvSpPr/>
          <p:nvPr/>
        </p:nvSpPr>
        <p:spPr>
          <a:xfrm>
            <a:off x="2189880" y="34372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4" name="Google Shape;113;p21"/>
          <p:cNvPicPr/>
          <p:nvPr/>
        </p:nvPicPr>
        <p:blipFill>
          <a:blip r:embed="rId2"/>
          <a:srcRect l="10335" t="3591" r="38467" b="2908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22;p5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17388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6440"/>
            <a:ext cx="4557960" cy="65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29;p6"/>
          <p:cNvPicPr/>
          <p:nvPr/>
        </p:nvPicPr>
        <p:blipFill>
          <a:blip r:embed="rId2"/>
          <a:srcRect l="1030" t="3591" r="92862" b="2908"/>
          <a:stretch/>
        </p:blipFill>
        <p:spPr>
          <a:xfrm>
            <a:off x="8523720" y="167040"/>
            <a:ext cx="442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30;p6"/>
          <p:cNvSpPr/>
          <p:nvPr/>
        </p:nvSpPr>
        <p:spPr>
          <a:xfrm>
            <a:off x="-2153520" y="-399672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329800" y="228600"/>
            <a:ext cx="358488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19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22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66560" y="2057400"/>
            <a:ext cx="137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Overview of controllers, views, and entities for the project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228600" y="181080"/>
            <a:ext cx="107604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Mind maps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ubTitle"/>
          </p:nvPr>
        </p:nvSpPr>
        <p:spPr>
          <a:xfrm>
            <a:off x="7800840" y="2390760"/>
            <a:ext cx="87588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Workshop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1571760" y="1714680"/>
            <a:ext cx="6229080" cy="172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5400" dirty="0" err="1">
                <a:solidFill>
                  <a:schemeClr val="dk1"/>
                </a:solidFill>
                <a:latin typeface="Bricolage Grotesque Medium"/>
                <a:ea typeface="Geist"/>
              </a:rPr>
              <a:t>NyloStreetwear</a:t>
            </a:r>
            <a:r>
              <a:rPr lang="en-US" sz="5400" dirty="0">
                <a:solidFill>
                  <a:schemeClr val="dk1"/>
                </a:solidFill>
                <a:latin typeface="Bricolage Grotesque Medium"/>
                <a:ea typeface="Geist"/>
              </a:rPr>
              <a:t> MVC</a:t>
            </a:r>
            <a:r>
              <a:rPr lang="en-US" sz="5400" b="1" u="none" strike="noStrike" dirty="0">
                <a:solidFill>
                  <a:schemeClr val="dk1"/>
                </a:solidFill>
                <a:effectLst/>
                <a:uFillTx/>
                <a:latin typeface="Bricolage Grotesque"/>
                <a:ea typeface="Geist"/>
              </a:rPr>
              <a:t> 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20;p31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81040" rIns="870823080" bIns="23810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629240" y="228600"/>
            <a:ext cx="390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bg-BG" sz="4000" b="1" dirty="0">
                <a:solidFill>
                  <a:schemeClr val="dk1"/>
                </a:solidFill>
                <a:latin typeface="Bricolage Grotesque Medium"/>
                <a:ea typeface="Bricolage Grotesque Medium"/>
              </a:rPr>
              <a:t>За Бранда</a:t>
            </a: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 </a:t>
            </a:r>
            <a:endParaRPr lang="fr-FR" sz="40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537440" y="990360"/>
            <a:ext cx="42955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rgbClr val="FFFFFF"/>
                </a:solidFill>
                <a:latin typeface="OpenSymbol"/>
              </a:rPr>
              <a:t>Nylo</a:t>
            </a:r>
            <a:r>
              <a:rPr lang="bg-BG" sz="2000" dirty="0">
                <a:solidFill>
                  <a:srgbClr val="FFFFFF"/>
                </a:solidFill>
                <a:latin typeface="OpenSymbol"/>
              </a:rPr>
              <a:t> е стрийтуеър бранд, който цели да придаде автентичност на клиентите на ниска цена. Той предлага дрехи както за мъже, така и за жени.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0" name="Google Shape;223;p3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99" r="12593"/>
          <a:stretch/>
        </p:blipFill>
        <p:spPr>
          <a:xfrm>
            <a:off x="-91440" y="0"/>
            <a:ext cx="4518660" cy="51435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bg-BG" sz="2600" dirty="0">
                <a:solidFill>
                  <a:schemeClr val="dk1"/>
                </a:solidFill>
                <a:latin typeface="Bricolage Grotesque Medium"/>
              </a:rPr>
              <a:t>Въведение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Bricolage Grotesque"/>
              </a:rPr>
              <a:t> 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bg-BG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Това приложение има функцията на уебсайт за марка дрехи, като всички дрехи си имат категория и могат да бъдат филтрирани до мъжки и женски. За да се създаде това ние създаваме връзки между различните 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entity</a:t>
            </a:r>
            <a:r>
              <a:rPr lang="bg-BG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-та в базата данни.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220;p31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81040" rIns="870823080" bIns="23810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29240" y="228600"/>
            <a:ext cx="390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bg-BG" sz="4800" dirty="0">
                <a:solidFill>
                  <a:schemeClr val="dk1"/>
                </a:solidFill>
                <a:latin typeface="Bricolage Grotesque Medium"/>
                <a:ea typeface="Bricolage Grotesque Medium"/>
              </a:rPr>
              <a:t>Връзката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 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4572000" y="990360"/>
            <a:ext cx="42955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bg-BG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Връзката е много към много(</a:t>
            </a:r>
            <a:r>
              <a:rPr lang="en-US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M:N)</a:t>
            </a:r>
            <a:r>
              <a:rPr lang="bg-BG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, като за това сме създали три различни </a:t>
            </a:r>
            <a:r>
              <a:rPr lang="bg-BG" sz="32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ентитита</a:t>
            </a:r>
            <a:r>
              <a:rPr lang="bg-BG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: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9" name="Google Shape;223;p3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797" y="0"/>
            <a:ext cx="4010846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4695840" y="1752480"/>
            <a:ext cx="384768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Products,</a:t>
            </a:r>
            <a:endParaRPr lang="bg-BG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Categories</a:t>
            </a:r>
            <a:endParaRPr lang="bg-BG" sz="240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ProductCategories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0" u="none" strike="noStrike" dirty="0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Entities </a:t>
            </a:r>
            <a:endParaRPr lang="fr-FR" sz="3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Bricolage Grotesque Medium"/>
              </a:rPr>
              <a:t>Controllers </a:t>
            </a:r>
            <a:endParaRPr lang="en-US" sz="4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bg-BG" sz="20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Имаме </a:t>
            </a:r>
            <a:r>
              <a:rPr lang="bg-BG" sz="20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контолери</a:t>
            </a:r>
            <a:r>
              <a:rPr lang="bg-BG" sz="20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за всички </a:t>
            </a:r>
            <a:r>
              <a:rPr lang="bg-BG" sz="20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ентитита</a:t>
            </a:r>
            <a:r>
              <a:rPr lang="bg-BG" sz="20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- </a:t>
            </a: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ProductController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, </a:t>
            </a:r>
            <a:endParaRPr lang="bg-BG" sz="20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CategoryController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,</a:t>
            </a:r>
            <a:endParaRPr lang="bg-BG" sz="20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EntityController</a:t>
            </a:r>
            <a:endParaRPr lang="en-US" sz="20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7" name="image69c8482d52a42" descr="image69c8482d52a47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76280" y="476280"/>
            <a:ext cx="2489944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Views 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bg-BG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Продуктите и категориите са модифицирани, така че да </a:t>
            </a:r>
            <a:r>
              <a:rPr lang="en-US" sz="32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details.cshtml</a:t>
            </a:r>
            <a:r>
              <a:rPr lang="en-US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-</a:t>
            </a:r>
            <a:r>
              <a:rPr lang="bg-BG" sz="32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ите</a:t>
            </a:r>
            <a:r>
              <a:rPr lang="bg-BG" sz="3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им да изглеждат повече като на сайт за дрехи.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181480" y="343581"/>
            <a:ext cx="3714480" cy="18466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-BG" sz="3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БЛАГОДАРИМ ЗА ВНИМАНИЕТО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5191200" y="2104920"/>
            <a:ext cx="3714480" cy="6155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-BG" sz="1400" dirty="0">
                <a:solidFill>
                  <a:srgbClr val="FFFFFF"/>
                </a:solidFill>
                <a:latin typeface="OpenSymbol"/>
              </a:rPr>
              <a:t>Ако имате въпроси- сега е моментът да ги зададете!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ubTitle"/>
          </p:nvPr>
        </p:nvSpPr>
        <p:spPr>
          <a:xfrm>
            <a:off x="228600" y="181080"/>
            <a:ext cx="107604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Mind maps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subTitle"/>
          </p:nvPr>
        </p:nvSpPr>
        <p:spPr>
          <a:xfrm>
            <a:off x="8020080" y="4591080"/>
            <a:ext cx="87588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Workshop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F1595-ED31-D15A-8898-3554F96C4DBB}"/>
              </a:ext>
            </a:extLst>
          </p:cNvPr>
          <p:cNvSpPr/>
          <p:nvPr/>
        </p:nvSpPr>
        <p:spPr>
          <a:xfrm>
            <a:off x="228600" y="3984702"/>
            <a:ext cx="4572492" cy="401444"/>
          </a:xfrm>
          <a:prstGeom prst="rect">
            <a:avLst/>
          </a:prstGeom>
          <a:solidFill>
            <a:srgbClr val="132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d Maps Workshop by Slidesgo">
  <a:themeElements>
    <a:clrScheme name="Simple Light">
      <a:dk1>
        <a:srgbClr val="FFF5EF"/>
      </a:dk1>
      <a:lt1>
        <a:srgbClr val="132933"/>
      </a:lt1>
      <a:dk2>
        <a:srgbClr val="FFF5EF"/>
      </a:dk2>
      <a:lt2>
        <a:srgbClr val="FFF5E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5E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168</Words>
  <Application>Microsoft Office PowerPoint</Application>
  <PresentationFormat>On-screen Show (16:9)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Anaheim</vt:lpstr>
      <vt:lpstr>Arial</vt:lpstr>
      <vt:lpstr>Bricolage Grotesque</vt:lpstr>
      <vt:lpstr>Bricolage Grotesque Medium</vt:lpstr>
      <vt:lpstr>OpenSymbol</vt:lpstr>
      <vt:lpstr>Symbol</vt:lpstr>
      <vt:lpstr>Wingdings</vt:lpstr>
      <vt:lpstr>Mind Maps Workshop by Slidesgo</vt:lpstr>
      <vt:lpstr>Slidesgo Final Pages</vt:lpstr>
      <vt:lpstr>NyloStreetwear MVC </vt:lpstr>
      <vt:lpstr>За Бранда </vt:lpstr>
      <vt:lpstr>PowerPoint Presentation</vt:lpstr>
      <vt:lpstr>Връзката </vt:lpstr>
      <vt:lpstr>Entities </vt:lpstr>
      <vt:lpstr>PowerPoint Presentation</vt:lpstr>
      <vt:lpstr>PowerPoint Presentation</vt:lpstr>
      <vt:lpstr>БЛАГОДАРИМ ЗА ВНИМАНИЕТО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NyloStreetwear MVC </dc:title>
  <cp:lastModifiedBy>Георги Бужев</cp:lastModifiedBy>
  <cp:revision>1</cp:revision>
  <dcterms:modified xsi:type="dcterms:W3CDTF">2026-03-28T21:50:16Z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2026-03-28T21:29:15Z</dcterms:created>
  <dc:creator>Unknown Creator</dc:creator>
  <dc:description/>
  <dc:language>en-US</dc:language>
  <cp:lastModifiedBy>Unknown Creator</cp:lastModifiedBy>
  <dcterms:modified xsi:type="dcterms:W3CDTF">2026-03-28T21:29:15Z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